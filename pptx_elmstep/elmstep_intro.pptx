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ctrTitle"/>
          </p:nvPr>
        </p:nvSpPr>
        <p:spPr>
          <a:xfrm>
            <a:off x="731520" y="2194560"/>
            <a:ext cx="10698480" cy="2194560"/>
          </a:xfrm>
          <a:prstGeom prst="rect">
            <a:avLst/>
          </a:prstGeom>
        </p:spPr>
        <p:txBody>
          <a:bodyPr wrap="square" anchor="ctr" lIns="0" tIns="0" rIns="0" bIns="0">
            <a:normAutofit/>
          </a:bodyPr>
          <a:lstStyle>
            <a:lvl1pPr indent="0" algn="ctr">
              <a:buNone/>
              <a:defRPr sz="60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ctr">
              <a:buNone/>
            </a:pPr>
            <a:r>
              <a:rPr lang="ja-JP" sz="6000" b="1" dirty="0">
                <a:solidFill>
                  <a:srgbClr val="1C2A23"/>
                </a:solidFill>
                <a:latin typeface="Noto Sans JP"/>
                <a:ea typeface="Noto Sans JP"/>
                <a:cs typeface="Noto Sans JP"/>
              </a:rPr>
              <a:t>プレゼンタイトル</a:t>
            </a:r>
          </a:p>
        </p:txBody>
      </p:sp>
      <p:sp>
        <p:nvSpPr>
          <p:cNvPr id="11" name="Subtitle"/>
          <p:cNvSpPr>
            <a:spLocks noGrp="1"/>
          </p:cNvSpPr>
          <p:nvPr>
            <p:ph type="subTitle" idx="1"/>
          </p:nvPr>
        </p:nvSpPr>
        <p:spPr>
          <a:xfrm>
            <a:off x="731520" y="4480560"/>
            <a:ext cx="10698480" cy="128016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indent="0" algn="ctr">
              <a:buNone/>
              <a:defRPr sz="2200" b="1">
                <a:solidFill>
                  <a:srgbClr val="5C6B62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ctr">
              <a:buNone/>
            </a:pPr>
            <a:r>
              <a:rPr lang="ja-JP" sz="2200" b="1" dirty="0">
                <a:solidFill>
                  <a:srgbClr val="5C6B62"/>
                </a:solidFill>
                <a:latin typeface="Noto Sans JP"/>
                <a:ea typeface="Noto Sans JP"/>
                <a:cs typeface="Noto Sans JP"/>
              </a:rPr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Title"/>
          <p:cNvSpPr>
            <a:spLocks noGrp="1"/>
          </p:cNvSpPr>
          <p:nvPr>
            <p:ph type="ctrTitle"/>
          </p:nvPr>
        </p:nvSpPr>
        <p:spPr>
          <a:xfrm>
            <a:off x="457200" y="2377440"/>
            <a:ext cx="11247120" cy="2194560"/>
          </a:xfrm>
          <a:prstGeom prst="rect">
            <a:avLst/>
          </a:prstGeom>
        </p:spPr>
        <p:txBody>
          <a:bodyPr wrap="square" anchor="ctr" lIns="0" tIns="0" rIns="0" bIns="0">
            <a:normAutofit/>
          </a:bodyPr>
          <a:lstStyle>
            <a:lvl1pPr indent="0" algn="ctr">
              <a:buNone/>
              <a:defRPr sz="46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ctr">
              <a:buNone/>
            </a:pPr>
            <a:r>
              <a:rPr lang="ja-JP" sz="4600" b="1" dirty="0">
                <a:solidFill>
                  <a:srgbClr val="1C2A23"/>
                </a:solidFill>
                <a:latin typeface="Noto Sans JP"/>
                <a:ea typeface="Noto Sans JP"/>
                <a:cs typeface="Noto Sans JP"/>
              </a:rPr>
              <a:t>セクションタイトル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77240" y="274320"/>
            <a:ext cx="10515600" cy="777240"/>
          </a:xfrm>
          <a:prstGeom prst="rect">
            <a:avLst/>
          </a:prstGeom>
        </p:spPr>
        <p:txBody>
          <a:bodyPr wrap="square" anchor="b" lIns="0" tIns="0" rIns="0" bIns="0">
            <a:normAutofit/>
          </a:bodyPr>
          <a:lstStyle>
            <a:lvl1pPr indent="0" algn="l">
              <a:buNone/>
              <a:defRPr sz="36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l">
              <a:buNone/>
            </a:pPr>
            <a:r>
              <a:rPr lang="ja-JP" sz="3600" b="1" dirty="0">
                <a:solidFill>
                  <a:srgbClr val="1C2A23"/>
                </a:solidFill>
                <a:latin typeface="Noto Sans JP"/>
                <a:ea typeface="Noto Sans JP"/>
                <a:cs typeface="Noto Sans JP"/>
              </a:rPr>
              <a:t>タイトルを入力</a:t>
            </a:r>
          </a:p>
        </p:txBody>
      </p:sp>
      <p:sp>
        <p:nvSpPr>
          <p:cNvPr id="1004" name="Underline"/>
          <p:cNvSpPr/>
          <p:nvPr/>
        </p:nvSpPr>
        <p:spPr>
          <a:xfrm>
            <a:off x="777240" y="1069848"/>
            <a:ext cx="5257800" cy="38100"/>
          </a:xfrm>
          <a:prstGeom prst="rect">
            <a:avLst/>
          </a:prstGeom>
          <a:gradFill flip="none" rotWithShape="1">
            <a:gsLst>
              <a:gs pos="0">
                <a:srgbClr val="123B2B"/>
              </a:gs>
              <a:gs pos="100000">
                <a:srgbClr val="B99855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1" name="Body"/>
          <p:cNvSpPr>
            <a:spLocks noGrp="1"/>
          </p:cNvSpPr>
          <p:nvPr>
            <p:ph type="body" idx="1"/>
          </p:nvPr>
        </p:nvSpPr>
        <p:spPr>
          <a:xfrm>
            <a:off x="777240" y="1371600"/>
            <a:ext cx="10515600" cy="502920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marL="411480" indent="-411480" algn="l">
              <a:buClr>
                <a:srgbClr val="1C2A23"/>
              </a:buClr>
              <a:buSzPct val="110000"/>
              <a:buFont typeface="Arial" panose="020B0604020202020204" pitchFamily="34" charset="0"/>
              <a:buChar char="●"/>
              <a:defRPr sz="22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marL="411480" indent="-411480" algn="l">
              <a:buClr>
                <a:srgbClr val="1C2A23"/>
              </a:buClr>
              <a:buSzPct val="110000"/>
              <a:buFont typeface="Arial" panose="020B0604020202020204" pitchFamily="34" charset="0"/>
              <a:buChar char="●"/>
            </a:pPr>
            <a:r>
              <a:rPr lang="ja-JP" sz="2200" b="1" dirty="0">
                <a:solidFill>
                  <a:srgbClr val="1C2A23"/>
                </a:solidFill>
                <a:latin typeface="Noto Sans JP"/>
                <a:ea typeface="Noto Sans JP"/>
                <a:cs typeface="Noto Sans JP"/>
              </a:rPr>
              <a:t>箇条書きをここに入力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77240" y="274320"/>
            <a:ext cx="10515600" cy="777240"/>
          </a:xfrm>
          <a:prstGeom prst="rect">
            <a:avLst/>
          </a:prstGeom>
        </p:spPr>
        <p:txBody>
          <a:bodyPr wrap="square" anchor="b" lIns="0" tIns="0" rIns="0" bIns="0">
            <a:normAutofit/>
          </a:bodyPr>
          <a:lstStyle>
            <a:lvl1pPr indent="0" algn="l">
              <a:buNone/>
              <a:defRPr sz="36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l">
              <a:buNone/>
            </a:pPr>
            <a:r>
              <a:rPr lang="ja-JP" sz="3600" b="1" dirty="0">
                <a:solidFill>
                  <a:srgbClr val="1C2A23"/>
                </a:solidFill>
                <a:latin typeface="Noto Sans JP"/>
                <a:ea typeface="Noto Sans JP"/>
                <a:cs typeface="Noto Sans JP"/>
              </a:rPr>
              <a:t>タイトルを入力</a:t>
            </a:r>
          </a:p>
        </p:txBody>
      </p:sp>
      <p:sp>
        <p:nvSpPr>
          <p:cNvPr id="1005" name="Underline"/>
          <p:cNvSpPr/>
          <p:nvPr/>
        </p:nvSpPr>
        <p:spPr>
          <a:xfrm>
            <a:off x="777240" y="1069848"/>
            <a:ext cx="5257800" cy="38100"/>
          </a:xfrm>
          <a:prstGeom prst="rect">
            <a:avLst/>
          </a:prstGeom>
          <a:gradFill flip="none" rotWithShape="1">
            <a:gsLst>
              <a:gs pos="0">
                <a:srgbClr val="123B2B"/>
              </a:gs>
              <a:gs pos="100000">
                <a:srgbClr val="B99855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1" name="Left Column"/>
          <p:cNvSpPr>
            <a:spLocks noGrp="1"/>
          </p:cNvSpPr>
          <p:nvPr>
            <p:ph type="body" idx="1"/>
          </p:nvPr>
        </p:nvSpPr>
        <p:spPr>
          <a:xfrm>
            <a:off x="777240" y="2194560"/>
            <a:ext cx="5120640" cy="393192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marL="411480" indent="-411480" algn="l">
              <a:buClr>
                <a:srgbClr val="1C2A23"/>
              </a:buClr>
              <a:buSzPct val="110000"/>
              <a:buFont typeface="Arial" panose="020B0604020202020204" pitchFamily="34" charset="0"/>
              <a:buChar char="●"/>
              <a:defRPr sz="19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r>
              <a:t>項目を入力</a:t>
            </a:r>
          </a:p>
        </p:txBody>
      </p:sp>
      <p:sp>
        <p:nvSpPr>
          <p:cNvPr id="12" name="Right Column"/>
          <p:cNvSpPr>
            <a:spLocks noGrp="1"/>
          </p:cNvSpPr>
          <p:nvPr>
            <p:ph type="body" idx="2"/>
          </p:nvPr>
        </p:nvSpPr>
        <p:spPr>
          <a:xfrm>
            <a:off x="6446520" y="2194560"/>
            <a:ext cx="5120640" cy="393192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marL="411480" indent="-411480" algn="l">
              <a:buClr>
                <a:srgbClr val="1C2A23"/>
              </a:buClr>
              <a:buSzPct val="110000"/>
              <a:buFont typeface="Arial" panose="020B0604020202020204" pitchFamily="34" charset="0"/>
              <a:buChar char="●"/>
              <a:defRPr sz="19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r>
              <a:t>項目を入力</a:t>
            </a:r>
          </a:p>
        </p:txBody>
      </p:sp>
      <p:sp>
        <p:nvSpPr>
          <p:cNvPr id="9101" name="Left Subtitle"/>
          <p:cNvSpPr>
            <a:spLocks noGrp="1"/>
          </p:cNvSpPr>
          <p:nvPr>
            <p:ph type="body" sz="quarter" idx="10"/>
          </p:nvPr>
        </p:nvSpPr>
        <p:spPr>
          <a:xfrm>
            <a:off x="777240" y="1600200"/>
            <a:ext cx="5120640" cy="54864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indent="0" marL="0" algn="l">
              <a:buNone/>
              <a:defRPr sz="28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marL="0" algn="l">
              <a:buNone/>
            </a:pPr>
            <a:r>
              <a:rPr lang="ja-JP" sz="2800" b="1" dirty="0">
                <a:solidFill>
                  <a:srgbClr val="1C2A23"/>
                </a:solidFill>
                <a:latin typeface="Noto Sans JP"/>
                <a:ea typeface="Noto Sans JP"/>
                <a:cs typeface="Noto Sans JP"/>
              </a:rPr>
              <a:t>サブタイトルを入力</a:t>
            </a:r>
          </a:p>
        </p:txBody>
      </p:sp>
      <p:sp>
        <p:nvSpPr>
          <p:cNvPr id="9102" name="Right Subtitle"/>
          <p:cNvSpPr>
            <a:spLocks noGrp="1"/>
          </p:cNvSpPr>
          <p:nvPr>
            <p:ph type="body" sz="quarter" idx="11"/>
          </p:nvPr>
        </p:nvSpPr>
        <p:spPr>
          <a:xfrm>
            <a:off x="6446520" y="1600200"/>
            <a:ext cx="5120640" cy="54864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indent="0" marL="0" algn="l">
              <a:buNone/>
              <a:defRPr sz="28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marL="0" algn="l">
              <a:buNone/>
            </a:pPr>
            <a:r>
              <a:rPr lang="ja-JP" sz="2800" b="1" dirty="0">
                <a:solidFill>
                  <a:srgbClr val="1C2A23"/>
                </a:solidFill>
                <a:latin typeface="Noto Sans JP"/>
                <a:ea typeface="Noto Sans JP"/>
                <a:cs typeface="Noto Sans JP"/>
              </a:rPr>
              <a:t>サブタイトルを入力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1" name="BorderGradi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123B2B"/>
              </a:gs>
              <a:gs pos="100000">
                <a:srgbClr val="B99855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2" name="BorderInner"/>
          <p:cNvSpPr/>
          <p:nvPr/>
        </p:nvSpPr>
        <p:spPr>
          <a:xfrm>
            <a:off x="88900" y="88900"/>
            <a:ext cx="12013895" cy="66802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3" name="Logo"/>
          <p:cNvSpPr txBox="1"/>
          <p:nvPr/>
        </p:nvSpPr>
        <p:spPr>
          <a:xfrm>
            <a:off x="9430207" y="320040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800" b="1" spc="60" dirty="0">
                <a:solidFill>
                  <a:srgbClr val="123B2B"/>
                </a:solidFill>
                <a:latin typeface="Noto Sans JP"/>
                <a:ea typeface="Noto Sans JP"/>
              </a:rPr>
              <a:t>ElmStep</a:t>
            </a:r>
            <a:r>
              <a:rPr lang="en-US" sz="1800" b="1" dirty="0">
                <a:solidFill>
                  <a:srgbClr val="B99855"/>
                </a:solidFill>
                <a:latin typeface="Noto Sans JP"/>
                <a:ea typeface="Noto Sans JP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ElmStepのご紹介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株式会社ElmStepについて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「AIを教えるだけで、終わらせない。」</a:t>
            </a:r>
          </a:p>
          <a:p>
            <a:r>
              <a:t>生成AI研修とAI業務システム開発の専門集団</a:t>
            </a:r>
          </a:p>
          <a:p>
            <a:r>
              <a:t>研修で「使える状態」をつくり、開発まで伴走</a:t>
            </a:r>
          </a:p>
          <a:p>
            <a:r>
              <a:t>福岡・那珂川を拠点に全国のお客様へ提供</a:t>
            </a:r>
          </a:p>
          <a:p>
            <a:r>
              <a:t>設立2022年／代表 溝口 喜也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AI研修の導入実績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AI研修・導入支援 50社以上</a:t>
            </a:r>
          </a:p>
          <a:p>
            <a:r>
              <a:t>開発プロダクト 25件以上</a:t>
            </a:r>
          </a:p>
          <a:p>
            <a:r>
              <a:t>業種横断 10業種以上</a:t>
            </a:r>
          </a:p>
          <a:p>
            <a:r>
              <a:t>研修で定着させ、システムで業務を変える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代表 溝口 喜也について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株式会社ElmStep 代表 / 主任講師</a:t>
            </a:r>
          </a:p>
          <a:p>
            <a:r>
              <a:t>研修の設計から登壇までを自ら担当</a:t>
            </a:r>
          </a:p>
          <a:p>
            <a:r>
              <a:t>AI業務システム開発・LINE構築も手がける</a:t>
            </a:r>
          </a:p>
          <a:p>
            <a:r>
              <a:t>「教えて終わり」にしない定着支援が信条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事業内容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法人向け生成AI研修事業</a:t>
            </a:r>
          </a:p>
          <a:p>
            <a:r>
              <a:t>AI業務システム開発</a:t>
            </a:r>
          </a:p>
          <a:p>
            <a:r>
              <a:t>DX伴走支援 / AI顧問</a:t>
            </a:r>
          </a:p>
          <a:p>
            <a:r>
              <a:t>LINE構築・MA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