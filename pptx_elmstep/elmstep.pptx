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731520" y="2194560"/>
            <a:ext cx="1069848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60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60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プレゼンタイトル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731520" y="4480560"/>
            <a:ext cx="10698480" cy="128016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algn="ctr">
              <a:buNone/>
              <a:defRPr sz="2200" b="1">
                <a:solidFill>
                  <a:srgbClr val="5C6B62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2200" b="1" dirty="0">
                <a:solidFill>
                  <a:srgbClr val="5C6B62"/>
                </a:solidFill>
                <a:latin typeface="Noto Sans JP"/>
                <a:ea typeface="Noto Sans JP"/>
                <a:cs typeface="Noto Sans JP"/>
              </a:rPr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ctrTitle"/>
          </p:nvPr>
        </p:nvSpPr>
        <p:spPr>
          <a:xfrm>
            <a:off x="457200" y="2377440"/>
            <a:ext cx="1124712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46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46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4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123B2B"/>
              </a:gs>
              <a:gs pos="100000">
                <a:srgbClr val="B99855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Body"/>
          <p:cNvSpPr>
            <a:spLocks noGrp="1"/>
          </p:cNvSpPr>
          <p:nvPr>
            <p:ph type="body" idx="1"/>
          </p:nvPr>
        </p:nvSpPr>
        <p:spPr>
          <a:xfrm>
            <a:off x="777240" y="1371600"/>
            <a:ext cx="10515600" cy="502920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  <a:defRPr sz="22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</a:pPr>
            <a:r>
              <a:rPr lang="ja-JP" sz="22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箇条書きをここに入力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5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123B2B"/>
              </a:gs>
              <a:gs pos="100000">
                <a:srgbClr val="B99855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77724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4652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1C2A23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9101" name="Left Subtitle"/>
          <p:cNvSpPr>
            <a:spLocks noGrp="1"/>
          </p:cNvSpPr>
          <p:nvPr>
            <p:ph type="body" sz="quarter" idx="10"/>
          </p:nvPr>
        </p:nvSpPr>
        <p:spPr>
          <a:xfrm>
            <a:off x="77724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  <p:sp>
        <p:nvSpPr>
          <p:cNvPr id="9102" name="Right Subtitle"/>
          <p:cNvSpPr>
            <a:spLocks noGrp="1"/>
          </p:cNvSpPr>
          <p:nvPr>
            <p:ph type="body" sz="quarter" idx="11"/>
          </p:nvPr>
        </p:nvSpPr>
        <p:spPr>
          <a:xfrm>
            <a:off x="644652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1C2A23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1C2A23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BorderGradi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123B2B"/>
              </a:gs>
              <a:gs pos="100000">
                <a:srgbClr val="B99855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2" name="BorderInner"/>
          <p:cNvSpPr/>
          <p:nvPr/>
        </p:nvSpPr>
        <p:spPr>
          <a:xfrm>
            <a:off x="88900" y="88900"/>
            <a:ext cx="12013895" cy="66802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3" name="Logo"/>
          <p:cNvSpPr txBox="1"/>
          <p:nvPr/>
        </p:nvSpPr>
        <p:spPr>
          <a:xfrm>
            <a:off x="9430207" y="320040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800" b="1" spc="60" dirty="0">
                <a:solidFill>
                  <a:srgbClr val="123B2B"/>
                </a:solidFill>
                <a:latin typeface="Noto Sans JP"/>
                <a:ea typeface="Noto Sans JP"/>
              </a:rPr>
              <a:t>ElmStep</a:t>
            </a:r>
            <a:r>
              <a:rPr lang="en-US" sz="1800" b="1" dirty="0">
                <a:solidFill>
                  <a:srgbClr val="B99855"/>
                </a:solidFill>
                <a:latin typeface="Noto Sans JP"/>
                <a:ea typeface="Noto Sans JP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